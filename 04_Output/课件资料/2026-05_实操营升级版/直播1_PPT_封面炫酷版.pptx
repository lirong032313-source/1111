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86400" cy="3044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2286000"/>
            <a:ext cx="1371600" cy="1371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-274320"/>
            <a:ext cx="914400" cy="914400"/>
          </a:xfrm>
          <a:prstGeom prst="ellipse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365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FFFF"/>
                </a:solidFill>
              </a:defRPr>
            </a:pPr>
            <a:r>
              <a:t>直播1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直播1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45720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1280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认知升级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认知升级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60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1493"/>
                </a:solidFill>
              </a:defRPr>
            </a:pPr>
            <a:r>
              <a:t>三层架构 + 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D4EDD"/>
                </a:solidFill>
              </a:defRPr>
            </a:pPr>
            <a:r>
              <a:t>「六间房×LLM Wiki」21天实操营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45720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D4EDD"/>
                </a:solidFill>
              </a:defRPr>
            </a:pPr>
            <a:r>
              <a:t>蓉蓉子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