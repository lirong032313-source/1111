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800">
                <a:solidFill>
                  <a:srgbClr val="00FFFF"/>
                </a:solidFill>
              </a:defRPr>
            </a:pPr>
            <a:r>
              <a:t>直播 1｜认知升级 × 三层架构 × 跑通 MVP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1493"/>
                </a:solidFill>
              </a:defRPr>
            </a:pPr>
            <a:r>
              <a:t>21天 AI 实操营 · 六间房 LLM Wiki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03120"/>
            <a:ext cx="12191695" cy="4572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834640"/>
            <a:ext cx="12191695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566160"/>
            <a:ext cx="12191695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📋 直播 1 课程结构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64008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Part 0 · 开场暖场（5分钟）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64008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Part 1 · 认知升级：为什么装资料 ≠ 知识库（25分钟）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10362895" cy="64008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Part 2 · 现场搭建：三层目录 + CLAUDE.md（35分钟）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362895" cy="640080"/>
          </a:xfrm>
          <a:prstGeom prst="roundRect">
            <a:avLst/>
          </a:prstGeom>
          <a:solidFill>
            <a:srgbClr val="39FF14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Part 3 · 跑通第一个 MVP（25分钟）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10362895" cy="6400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Part 4 · Q&amp;A + 作业 + 搭子（10分钟）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1493"/>
                </a:solidFill>
              </a:defRPr>
            </a:pPr>
            <a:r>
              <a:t>🤔 你有没有同感？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73152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Notion / 飞书 / Obsidian 都试过，但没一个用得起来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0362895" cy="73152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收藏了几百篇好文章，但写东西时还是从零开始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0362895" cy="73152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用 ChatGPT/Claude 时，它给你的回答总像在敷衍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FFFF"/>
                </a:solidFill>
              </a:defRPr>
            </a:pPr>
            <a:r>
              <a:t>💡 你不是不努力，你是**用错了范式**。</a:t>
            </a:r>
          </a:p>
          <a:p>
            <a:pPr>
              <a:spcAft>
                <a:spcPts val="1000"/>
              </a:spcAft>
              <a:defRPr sz="2000">
                <a:solidFill>
                  <a:srgbClr val="00FFFF"/>
                </a:solidFill>
              </a:defRPr>
            </a:pPr>
            <a:r>
              <a:t>你做的是『资料堆积』，但这个时代真正有用的是**让 AI 读懂你的大脑**。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🧠 Karpathy LLM Wiki 三层架构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Schema 层（规则/契约）</a:t>
            </a:r>
            <a:br/>
            <a:r>
              <a:t>你维护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Wiki 层（已编译的知识）</a:t>
            </a:r>
            <a:br/>
            <a:r>
              <a:t>AI 写，你读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Raw Sources 层（原始资料）</a:t>
            </a:r>
            <a:br/>
            <a:r>
              <a:t>你写，AI 只读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3017520"/>
            <a:ext cx="914400" cy="457200"/>
          </a:xfrm>
          <a:prstGeom prst="rightArrow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589520" y="3017520"/>
            <a:ext cx="914400" cy="457200"/>
          </a:xfrm>
          <a:prstGeom prst="rightArrow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4B4B4"/>
                </a:solidFill>
              </a:defRPr>
            </a:pPr>
            <a:r>
              <a:t>📌 传统 RAG = 每次去图书馆翻书</a:t>
            </a:r>
          </a:p>
          <a:p>
            <a:pPr>
              <a:spcAft>
                <a:spcPts val="1000"/>
              </a:spcAft>
              <a:defRPr sz="1600">
                <a:solidFill>
                  <a:srgbClr val="B4B4B4"/>
                </a:solidFill>
              </a:defRPr>
            </a:pPr>
            <a:r>
              <a:t>LLM Wiki = 你雇了一个私人图书管理员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🆚 RAG vs LLM Wiki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传统 RAG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LLM Wiki</a:t>
                      </a:r>
                    </a:p>
                  </a:txBody>
                  <a:tcPr>
                    <a:solidFill>
                      <a:srgbClr val="9D4E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知识处理时机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查询时处理（每次重复）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摄入时处理（一次性编译）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交叉引用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临时发现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预先构建并持续维护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矛盾检测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容易被忽略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摄入时主动标记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知识积累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无—每次从头开始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复利增长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类比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每次去图书馆翻书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你有一个私人图书管理员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🏠 六间房 × LLM Wiki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82296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01_我是谁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474720" cy="82296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02_我会什么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474720" cy="82296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03_我说过什么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474720" cy="82296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04_我卖什么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926080"/>
            <a:ext cx="3474720" cy="822960"/>
          </a:xfrm>
          <a:prstGeom prst="roundRect">
            <a:avLst/>
          </a:prstGeom>
          <a:solidFill>
            <a:srgbClr val="39FF14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05_我面对谁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926080"/>
            <a:ext cx="3474720" cy="82296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06_我怎么想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FFFF"/>
                </a:solidFill>
              </a:defRPr>
            </a:pPr>
            <a:r>
              <a:t>💡 六间房解决「装什么」，LLM Wiki 解决「怎么活」</a:t>
            </a:r>
          </a:p>
          <a:p>
            <a:pPr>
              <a:spcAft>
                <a:spcPts val="1000"/>
              </a:spcAft>
              <a:defRPr sz="2000">
                <a:solidFill>
                  <a:srgbClr val="00FFFF"/>
                </a:solidFill>
              </a:defRPr>
            </a:pPr>
            <a:r>
              <a:t>CLAUDE.md 是你和 AI 之间的契约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⚠️ 三个误区（避坑指南）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误区1</a:t>
            </a:r>
            <a:br/>
            <a:r>
              <a:t>「先把所有资料整理好，再用 AI」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❌ 资料永远整理不完。</a:t>
            </a:r>
            <a:br/>
            <a:r>
              <a:t>正确：搭好框架 → 边丢边整理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201168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误区2</a:t>
            </a:r>
            <a:br/>
            <a:r>
              <a:t>「我得先学完 Obsidian 所有功能」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023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❌ Obsidian 只是文件夹查看器。</a:t>
            </a:r>
            <a:br/>
            <a:r>
              <a:t>正确：会用文件夹和 Markdown 就行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201168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误区3</a:t>
            </a:r>
            <a:br/>
            <a:r>
              <a:t>「AI 输出不像我，是提示词没写好」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023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❌ 根因是缺少 Schema + Wiki。</a:t>
            </a:r>
            <a:br/>
            <a:r>
              <a:t>提示词只能解决 5% 的问题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39FF14"/>
                </a:solidFill>
              </a:defRPr>
            </a:pPr>
            <a:r>
              <a:t>🛠️ 目录结构搭建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9FF14"/>
                </a:solidFill>
                <a:latin typeface="Consolas"/>
              </a:defRPr>
            </a:pPr>
            <a:r>
              <a:t>ob-大脑/</a:t>
            </a:r>
            <a:br/>
            <a:r>
              <a:t>├── raw/                    ← 你的素材，AI只读</a:t>
            </a:r>
            <a:br/>
            <a:r>
              <a:t>│   ├── chats/              ← 微信对话/语音转文字</a:t>
            </a:r>
            <a:br/>
            <a:r>
              <a:t>│   ├── articles/           ← 收藏的好文章</a:t>
            </a:r>
            <a:br/>
            <a:r>
              <a:t>│   ├── notes/              ← 灵感碎片</a:t>
            </a:r>
            <a:br/>
            <a:r>
              <a:t>│   └── assets/             ← 图片/截图</a:t>
            </a:r>
            <a:br/>
            <a:r>
              <a:t>├── wiki/                   ← AI帮你写</a:t>
            </a:r>
            <a:br/>
            <a:r>
              <a:t>│   ├── 01-identity-os/     ← 我是谁</a:t>
            </a:r>
            <a:br/>
            <a:r>
              <a:t>│   ├── 02-expertise/       ← 我会什么</a:t>
            </a:r>
            <a:br/>
            <a:r>
              <a:t>│   ├── 03-content-lib/    ← 我说过什么</a:t>
            </a:r>
            <a:br/>
            <a:r>
              <a:t>│   ├── 04-products/       ← 我卖什么</a:t>
            </a:r>
            <a:br/>
            <a:r>
              <a:t>│   ├── 05-audience/       ← 我面对谁</a:t>
            </a:r>
            <a:br/>
            <a:r>
              <a:t>│   ├── 06-decision-engine/ ← 我怎么想</a:t>
            </a:r>
            <a:br/>
            <a:r>
              <a:t>│   ├── index.md            ← 全局索引</a:t>
            </a:r>
            <a:br/>
            <a:r>
              <a:t>│   └── log.md              ← 操作日志</a:t>
            </a:r>
            <a:br/>
            <a:r>
              <a:t>└── CLAUDE.md               ← Schema 契约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📝 CLAUDE.md 核心��块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64008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第一节：我是谁（一句话定位）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486400" cy="64008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第二节：六间房含义（AI 用这个分类素材）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5486400" cy="64008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第三节：写作风格（AI 模仿这个语气）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23160"/>
            <a:ext cx="5486400" cy="640080"/>
          </a:xfrm>
          <a:prstGeom prst="roundRect">
            <a:avLst/>
          </a:prstGeom>
          <a:solidFill>
            <a:srgbClr val="39FF14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第四节：母题清单（AI 写内容时按这个分）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5486400" cy="6400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第五节：Ingest 规则（AI 整理素材的方法）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00400"/>
            <a:ext cx="5486400" cy="64008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第六节：Query 规则（AI 回答问题的方法）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5486400" cy="64008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第七节：边界规则（AI 必须守的红线）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A500"/>
                </a:solidFill>
              </a:defRPr>
            </a:pPr>
            <a:r>
              <a:t>💡 DAY 1 只需填前 4 节，后面的先复制模板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A500"/>
                </a:solidFill>
              </a:defRPr>
            </a:pPr>
            <a:r>
              <a:t>🚧 谁写谁读边界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28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6400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文件��</a:t>
                      </a:r>
                    </a:p>
                  </a:txBody>
                  <a:tcPr>
                    <a:solidFill>
                      <a:srgbClr val="FF14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你写？</a:t>
                      </a:r>
                    </a:p>
                  </a:txBody>
                  <a:tcPr>
                    <a:solidFill>
                      <a:srgbClr val="FF14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AI 写？</a:t>
                      </a:r>
                    </a:p>
                  </a:txBody>
                  <a:tcPr>
                    <a:solidFill>
                      <a:srgbClr val="FF149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raw/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✅ 只能在这里加东西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❌ 不许动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wiki/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❌ 不要直接改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✅ AI 维护，你只读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✅ 你和 AI 一起改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wiki/log.md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CDCDC"/>
                          </a:solidFill>
                        </a:defRPr>
                      </a:pPr>
                      <a:r>
                        <a:t>✅ AI 追加操作日志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FFFF"/>
                </a:solidFill>
              </a:defRPr>
            </a:pPr>
            <a:r>
              <a:t>💡 raw 是档案室，wiki 是图书馆，CLAUDE.md 是契约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🗂️ Wiki 的脊梁：index.md + log.md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114800" cy="164592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📄 index.md</a:t>
            </a:r>
            <a:br/>
            <a:r>
              <a:t>门牌号系统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AI 每次 Query 必读，从这里定位「该去哪个房间」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4114800" cy="164592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📄 log.md</a:t>
            </a:r>
            <a:br/>
            <a:r>
              <a:t>操作账本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6576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记录每次 Ingest/Query/Lint 操作，append-only，永不修改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1493"/>
                </a:solidFill>
              </a:defRPr>
            </a:pPr>
            <a:r>
              <a:t>✋ 手写 vs 🤖 AI 提炼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365760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✋ 必须手写（3 张地基卡）</a:t>
            </a:r>
            <a:br/>
            <a:r>
              <a:t>━━━━━━━━━━━━━━━━━━━</a:t>
            </a:r>
            <a:br/>
            <a:r>
              <a:t>①01_我是谁/一句话定位</a:t>
            </a:r>
            <a:br/>
            <a:r>
              <a:t>②06_我怎么想/核心价值观</a:t>
            </a:r>
            <a:br/>
            <a:r>
              <a:t>③CLAUDE.md 写作风格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828800"/>
            <a:ext cx="5486400" cy="365760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🤖 默认 AI 提炼（80%）</a:t>
            </a:r>
            <a:br/>
            <a:r>
              <a:t>━━━━━━━━━━━━━━━━━━━</a:t>
            </a:r>
            <a:br/>
            <a:r>
              <a:t>你：把素材丢进 raw/</a:t>
            </a:r>
            <a:br/>
            <a:r>
              <a:t>AI：提取要点 → 写信息卡 → 更新 index</a:t>
            </a:r>
            <a:br/>
            <a:br/>
            <a:r>
              <a:t>典型：02/03/04/05/案例库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9FF14"/>
                </a:solidFill>
              </a:defRPr>
            </a:pPr>
            <a:r>
              <a:t>💡 你做「被调用率最高」的���，AI 做重复性的事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39FF14"/>
                </a:solidFill>
              </a:defRPr>
            </a:pPr>
            <a:r>
              <a:t>🚀 Part 3：跑通第一个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3.1 ✋</a:t>
            </a:r>
            <a:br/>
            <a:r>
              <a:t>填 01_我是谁 第一张信息卡</a:t>
            </a:r>
            <a:br/>
            <a:r>
              <a:t>⏱️ ≈8分钟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474720" cy="201168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3.2 🤖</a:t>
            </a:r>
            <a:br/>
            <a:r>
              <a:t>第一次 Ingest：丢素材让 AI 整理</a:t>
            </a:r>
            <a:br/>
            <a:r>
              <a:t>⏱️ ≈10分钟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474720" cy="201168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3.3 🔍</a:t>
            </a:r>
            <a:br/>
            <a:r>
              <a:t>第一次 Query：向你的 Wiki 提问</a:t>
            </a:r>
            <a:br/>
            <a:r>
              <a:t>⏱️ ≈7分钟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9FF14"/>
                </a:solidFill>
              </a:defRPr>
            </a:pPr>
            <a:r>
              <a:t>💡 这就是 LLM Wiki 的复利—你今天填的卡，AI 明天能用、一年后还能用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📋 Day 1-7 作业清单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77295" cy="77724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Day 1：建三层目录 + CLAUDE.md 初版 + 一句话定位 + 跑通 Ingest/Query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77295" cy="77724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Day 2-3：丰富 02（把方法论文章丢给 AI 提炼）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11277295" cy="777240"/>
          </a:xfrm>
          <a:prstGeom prst="roundRect">
            <a:avLst/>
          </a:prstGeom>
          <a:solidFill>
            <a:srgbClr val="9D4EDD"/>
          </a:solidFill>
          <a:ln w="254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Day 4-5：丰富 03 + 05（公众号文章 + 咨询记录）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11277295" cy="777240"/>
          </a:xfrm>
          <a:prstGeom prst="roundRect">
            <a:avLst/>
          </a:prstGeom>
          <a:solidFill>
            <a:srgbClr val="39FF14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Day 6：手写 06 核心价值观（地基卡）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11277295" cy="77724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Day 7：里程碑验收（5 间房各 ≥1 张卡）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❓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91440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Q1: Obsidian 打不开？</a:t>
            </a:r>
            <a:br/>
            <a:r>
              <a:t>→ 换网页版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486400" cy="91440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Q2: CLAUDE.md 写不出？</a:t>
            </a:r>
            <a:br/>
            <a:r>
              <a:t>→ 先用模板，跑两天再调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5486400" cy="91440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Q3: 04_我卖什么要填？</a:t>
            </a:r>
            <a:br/>
            <a:r>
              <a:t>→ 不必，先空着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5486400" cy="91440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Q4: Wiki 写错了？</a:t>
            </a:r>
            <a:br/>
            <a:r>
              <a:t>→ 让 AI 改，别直接改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486400" cy="914400"/>
          </a:xfrm>
          <a:prstGeom prst="roundRect">
            <a:avLst/>
          </a:prstGeom>
          <a:solidFill>
            <a:srgbClr val="FF1493"/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Q5: raw 能放 PDF？</a:t>
            </a:r>
            <a:br/>
            <a:r>
              <a:t>→ 可以，建议先转 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200">
                <a:solidFill>
                  <a:srgbClr val="00FFFF"/>
                </a:solidFill>
              </a:defRPr>
            </a:pPr>
            <a:r>
              <a:t>21 天后，你有一只会自己长大的 AI 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1493"/>
                </a:solidFill>
              </a:defRPr>
            </a:pPr>
            <a:r>
              <a:t>六间房 LLM Wiki · 实操营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03120"/>
            <a:ext cx="12191695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834640"/>
            <a:ext cx="12191695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566160"/>
            <a:ext cx="12191695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