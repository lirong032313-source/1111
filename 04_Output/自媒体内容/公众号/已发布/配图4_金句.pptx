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486400" cy="3044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4572000" cy="1371600"/>
          </a:xfrm>
          <a:prstGeom prst="roundRect">
            <a:avLst/>
          </a:prstGeom>
          <a:solidFill>
            <a:srgbClr val="FF1493"/>
          </a:solidFill>
          <a:ln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真正让人记住的，不是你的专业</a:t>
            </a:r>
            <a:br/>
            <a:r>
              <a:t>而是你作为一个「活人」的温度和立场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0FFFF"/>
                </a:solidFill>
              </a:defRPr>
            </a:pPr>
            <a:r>
              <a:t>— 蓉蓉子的星球Planet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