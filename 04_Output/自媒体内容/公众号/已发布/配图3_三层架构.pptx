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86400" cy="3044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LLM Wiki 三层架构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463040" cy="914400"/>
          </a:xfrm>
          <a:prstGeom prst="roundRect">
            <a:avLst/>
          </a:prstGeom>
          <a:solidFill>
            <a:srgbClr val="FF1493"/>
          </a:solidFill>
          <a:ln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Schema 层</a:t>
            </a:r>
            <a:br/>
            <a:r>
              <a:t>规则/契约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645920"/>
            <a:ext cx="1463040" cy="914400"/>
          </a:xfrm>
          <a:prstGeom prst="round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Wiki 层</a:t>
            </a:r>
            <a:br/>
            <a:r>
              <a:t>AI整理的知识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645920"/>
            <a:ext cx="1463040" cy="914400"/>
          </a:xfrm>
          <a:prstGeom prst="roundRect">
            <a:avLst/>
          </a:prstGeom>
          <a:solidFill>
            <a:srgbClr val="9D4EDD"/>
          </a:solidFill>
          <a:ln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Raw Sources</a:t>
            </a:r>
            <a:br/>
            <a:r>
              <a:t>原始资料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