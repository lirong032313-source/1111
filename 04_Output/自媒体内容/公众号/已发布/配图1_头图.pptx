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486400" cy="3044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000">
                <a:solidFill>
                  <a:srgbClr val="00FFFF"/>
                </a:solidFill>
              </a:defRPr>
            </a:pPr>
            <a:r>
              <a:t>为什么你的 AI 总是「装样子」?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F1493"/>
                </a:solidFill>
              </a:defRPr>
            </a:pPr>
            <a:r>
              <a:t>因为你缺了这层底座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5486400" cy="27432"/>
          </a:xfrm>
          <a:prstGeom prst="rect">
            <a:avLst/>
          </a:prstGeom>
          <a:solidFill>
            <a:srgbClr val="FF1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5486400" cy="27432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645920"/>
            <a:ext cx="5486400" cy="27432"/>
          </a:xfrm>
          <a:prstGeom prst="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103120"/>
            <a:ext cx="5486400" cy="2743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560320"/>
            <a:ext cx="5486400" cy="2743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