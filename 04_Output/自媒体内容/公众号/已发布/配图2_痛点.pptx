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486400" cy="3044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FFA500"/>
                </a:solidFill>
              </a:defRPr>
            </a:pPr>
            <a:r>
              <a:t>你的AI也这样？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572000" cy="457200"/>
          </a:xfrm>
          <a:prstGeom prst="round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❌ 回答很对，但跟你没关系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4572000" cy="457200"/>
          </a:xfrm>
          <a:prstGeom prst="round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❌ 好像专业，但不是你的话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4572000" cy="457200"/>
          </a:xfrm>
          <a:prstGeom prst="round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❌ 看起来周到，但用不上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